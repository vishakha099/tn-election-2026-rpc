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DMK</c:v>
                  </c:pt>
                  <c:pt idx="1">
                    <c:v>AIADMK</c:v>
                  </c:pt>
                  <c:pt idx="2">
                    <c:v>TVK</c:v>
                  </c:pt>
                  <c:pt idx="3">
                    <c:v>INC</c:v>
                  </c:pt>
                  <c:pt idx="4">
                    <c:v>PMK</c:v>
                  </c:pt>
                  <c:pt idx="5">
                    <c:v>BJP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133</c:v>
                </c:pt>
                <c:pt idx="1">
                  <c:v>66</c:v>
                </c:pt>
                <c:pt idx="2">
                  <c:v>0</c:v>
                </c:pt>
                <c:pt idx="3">
                  <c:v>18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DMK</c:v>
                  </c:pt>
                  <c:pt idx="1">
                    <c:v>AIADMK</c:v>
                  </c:pt>
                  <c:pt idx="2">
                    <c:v>TVK</c:v>
                  </c:pt>
                  <c:pt idx="3">
                    <c:v>INC</c:v>
                  </c:pt>
                  <c:pt idx="4">
                    <c:v>PMK</c:v>
                  </c:pt>
                  <c:pt idx="5">
                    <c:v>BJP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59</c:v>
                </c:pt>
                <c:pt idx="1">
                  <c:v>47</c:v>
                </c:pt>
                <c:pt idx="2">
                  <c:v>108</c:v>
                </c:pt>
                <c:pt idx="3">
                  <c:v>5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Flips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Delta</c:v>
                  </c:pt>
                  <c:pt idx="1">
                    <c:v>Central</c:v>
                  </c:pt>
                  <c:pt idx="2">
                    <c:v>Kongu</c:v>
                  </c:pt>
                  <c:pt idx="3">
                    <c:v>North</c:v>
                  </c:pt>
                  <c:pt idx="4">
                    <c:v>Chennai
Metro</c:v>
                  </c:pt>
                  <c:pt idx="5">
                    <c:v>South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26</c:v>
                </c:pt>
                <c:pt idx="2">
                  <c:v>27</c:v>
                </c:pt>
                <c:pt idx="3">
                  <c:v>27</c:v>
                </c:pt>
                <c:pt idx="4">
                  <c:v>30</c:v>
                </c:pt>
                <c:pt idx="5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Dominant
&gt;50%</c:v>
                  </c:pt>
                  <c:pt idx="1">
                    <c:v>Normal
35-50%</c:v>
                  </c:pt>
                  <c:pt idx="2">
                    <c:v>Close
&lt;35%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164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Dominant
&gt;50%</c:v>
                  </c:pt>
                  <c:pt idx="1">
                    <c:v>Normal
35-50%</c:v>
                  </c:pt>
                  <c:pt idx="2">
                    <c:v>Close
&lt;35%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</c:v>
                </c:pt>
                <c:pt idx="1">
                  <c:v>158</c:v>
                </c:pt>
                <c:pt idx="2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TAMIL NADU ELECTION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vs 2026 — What Changed?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for AtliQ Media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3200400"/>
            <a:ext cx="2560320" cy="1280160"/>
          </a:xfrm>
          <a:prstGeom prst="rect">
            <a:avLst/>
          </a:prstGeom>
          <a:solidFill>
            <a:srgbClr val="1A2E42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735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3858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3200400"/>
            <a:ext cx="2560320" cy="1280160"/>
          </a:xfrm>
          <a:prstGeom prst="rect">
            <a:avLst/>
          </a:prstGeom>
          <a:solidFill>
            <a:srgbClr val="1A2E42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32735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69.7%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3858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3200400"/>
            <a:ext cx="2560320" cy="1280160"/>
          </a:xfrm>
          <a:prstGeom prst="rect">
            <a:avLst/>
          </a:prstGeom>
          <a:solidFill>
            <a:srgbClr val="1A2E42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32735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TVK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80760" y="3858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Party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Tamil Nadu Election Commission Data 2021 &amp;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ELECTION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Seats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4,257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in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Regions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9144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Categories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 / SC / ST)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Parties Contesting in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1920240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83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TVK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" y="38862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Vijay's new party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(founded 2024)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3291840"/>
            <a:ext cx="192024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3383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23160" y="38862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party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(since 2021)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291840"/>
            <a:ext cx="1920240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383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AIADMK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0" y="38862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opposition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(held power 2011-21)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3291840"/>
            <a:ext cx="1920240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383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PMK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20840" y="38862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party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(North TN focus)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 1 — WHO WON WHAT?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won by party: 2021 vs 2026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97280"/>
            <a:ext cx="2743200" cy="1143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0" y="1097280"/>
            <a:ext cx="10972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30936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seats in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0936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party, biggest winner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2395728"/>
            <a:ext cx="2743200" cy="1143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2395728"/>
            <a:ext cx="109728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133→59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09360" y="2898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DMK's drop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31729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74 seats from 2021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694176"/>
            <a:ext cx="2743200" cy="1143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3694176"/>
            <a:ext cx="10972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37673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66→47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09360" y="4197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AIADMK's drop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09360" y="44714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19 seats from 2021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 1 — REGIONAL SHIFTS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6 regions vote differently in 2026?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188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2021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188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188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459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6459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6459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16459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6459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TVK sweep of DMK seats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67128"/>
            <a:ext cx="8595360" cy="475488"/>
          </a:xfrm>
          <a:prstGeom prst="rect">
            <a:avLst/>
          </a:prstGeom>
          <a:solidFill>
            <a:srgbClr val="EEF2F7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671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16712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216712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216712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216712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flips — 38 seats changed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688336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883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268833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268833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268833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268833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held some ground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09544"/>
            <a:ext cx="8595360" cy="475488"/>
          </a:xfrm>
          <a:prstGeom prst="rect">
            <a:avLst/>
          </a:prstGeom>
          <a:solidFill>
            <a:srgbClr val="EEF2F7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095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86000" y="320954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320954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80560" y="320954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320954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fell from 19 → 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730752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7307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373075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83280" y="373075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80560" y="373075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77840" y="373075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retained 15 seats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251960"/>
            <a:ext cx="8595360" cy="475488"/>
          </a:xfrm>
          <a:prstGeom prst="rect">
            <a:avLst/>
          </a:prstGeom>
          <a:solidFill>
            <a:srgbClr val="EEF2F7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2519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286000" y="425196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383280" y="425196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480560" y="425196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577840" y="42519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disrupted region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 2 — THE FLIP STORY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out of 234 constituencies changed their winning party — a 69.7% flip rate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286000" cy="1828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163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834640" y="118872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858000" y="1188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party switches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1600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→ TVK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75320" y="1664208"/>
            <a:ext cx="64008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16002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0025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→ TVK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275320" y="2066544"/>
            <a:ext cx="25603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15400" y="200253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0" y="24048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→ AIADMK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75320" y="2468880"/>
            <a:ext cx="21664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15400" y="24048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28072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→ DMK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75320" y="2871216"/>
            <a:ext cx="147711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15400" y="280720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58000" y="32095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 → TVK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75320" y="3273552"/>
            <a:ext cx="13716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15400" y="320954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TVK absorbed seats from ALL major parties, not just DMK.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 3 — MARGINS OF VICTORY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became much closer in 2026 — the electorate was more divided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192024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898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22,871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0299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margin 2021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2344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234440"/>
            <a:ext cx="1920240" cy="1097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3898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16,784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23160" y="20299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margin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234440"/>
            <a:ext cx="1920240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3898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 → 13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20299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wins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(&gt;50% vote share)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2344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234440"/>
            <a:ext cx="192024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98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→ 63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20299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races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(&lt;35% vote share)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926080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577840" y="2926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wins in 2026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77840" y="33375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Edapadi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06640" y="333756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65008" y="33375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+98,110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577840" y="367588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Shozhinganallu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06640" y="367588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065008" y="367588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+96,780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577840" y="401421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Madavaram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406640" y="401421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65008" y="401421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+94,985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577840" y="43525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Avadi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406640" y="435254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065008" y="435254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+76,311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77840" y="469087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Salem (West)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406640" y="469087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065008" y="46908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+74,867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 3 — THE CLOSEST RACES IN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constituencies decided by razor-thin margins — these were the battlegrounds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344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234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1234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12344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Share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1234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8595360" cy="301752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66420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Tiruppattur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66420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166420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166420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0" y="1664208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vote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993392"/>
            <a:ext cx="8595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99339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Veppanahalli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199339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199339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199339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1993392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votes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322576"/>
            <a:ext cx="8595360" cy="301752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32257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Kanniyakumari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232257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232257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32257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322576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votes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651760"/>
            <a:ext cx="8595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65176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Polur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60320" y="265176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23360" y="265176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265176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9440" y="265176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votes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980944"/>
            <a:ext cx="8595360" cy="301752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98094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Tirukkoyilur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0" y="298094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0" y="298094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298094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9440" y="2980944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votes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310128"/>
            <a:ext cx="8595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31012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Paramathi-Velur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0320" y="33101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023360" y="33101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331012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49440" y="3310128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votes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639312"/>
            <a:ext cx="8595360" cy="301752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363931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Kulithalai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560320" y="363931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023360" y="363931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03520" y="363931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32.6%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0" y="3639312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579 votes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968496"/>
            <a:ext cx="8595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396849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Kumbakonam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560320" y="396849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023360" y="396849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303520" y="396849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949440" y="3968496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679 votes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4297680"/>
            <a:ext cx="8595360" cy="301752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429768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Palani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560320" y="429768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023360" y="429768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03520" y="429768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949440" y="429768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 votes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4626864"/>
            <a:ext cx="8595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462686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Tindivanam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560320" y="462686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023360" y="462686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VCK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303520" y="462686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32.6%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949440" y="4626864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734 votes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Tiruppattur was decided by just 1 vote — the closest result in TN election history.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NOTES &amp; LIMITATIONS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2026 Turnout Missing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527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results file has no turnout column. All turnout comparisons with 2021 are excluded from this analysis. Official Election Commission data must be cross-referenced separately.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5681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TVK Did Not Contest in 2021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7685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was founded in 2024. For flip analysis, all TVK wins in 2026 are counted as flips regardless of which party held the seat before.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916936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809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Alliance Context Not in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0098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and TVK contested as separate entities in this data. In reality, seat-sharing arrangements between parties may affect how results are interpreted.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941064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050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Source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325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sourced directly from the Tamil Nadu Election Commission results data provided in the Codebasics RPC challenge dataset (2021 &amp; 2026).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 FOR ATLIQ MEDIA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structure the 1-hour TV show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188720" cy="6217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91640" y="1234440"/>
            <a:ext cx="713232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27101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Stage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154533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What was at stake? Who were the key parties? Brief explainer on TVK as a new entrant.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1188720" cy="6217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93392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 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91640" y="1993392"/>
            <a:ext cx="713232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20299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Flip 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30428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the 163 flips. Focus on South region (38 flips). Show DMK → TVK as the dominant switch (65 seats).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752344"/>
            <a:ext cx="1188720" cy="6217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52344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 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91640" y="2752344"/>
            <a:ext cx="713232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2788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by Region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83080" y="30632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all 6 regions with charts. Highlight Chennai Metro (TVK sweep) and Kongu (AIADMK collapse).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511296"/>
            <a:ext cx="1188720" cy="6217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11296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40–55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91640" y="3511296"/>
            <a:ext cx="713232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35478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Races &amp; Big Wins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382219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Tiruppattur (1-vote margin). Contrast with Edapadi (98,110 margin). Discuss what drives dominance vs split votes.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270248"/>
            <a:ext cx="1188720" cy="6217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70248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 min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4270248"/>
            <a:ext cx="713232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430682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Analysis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83080" y="458114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69.7% flip rate mean for TN politics? Is this a structural shift or a one-election wave?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841248"/>
            <a:ext cx="27432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won 108 seats as a brand new party — the single biggest story of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11096"/>
            <a:ext cx="502920" cy="50292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11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819656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 of constituencies flipped party — an unprecedented level of electoral churn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79192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587752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region saw the most change (38 flips); Delta was the most stable (15 flips)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44728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47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35584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wins (&gt;50% vote share) collapsed from 68 to just 13 — TN voters are more split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215384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123944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Tiruppattur was decided by 1 vote; Edapadi won by 98,110 — a tale of two elections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Tamil Nadu Election Commission  |  Analysis: Codebasics RPC Challenge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Tamil Nadu Election 2026 — Key Findings</dc:title>
  <dc:subject>PptxGenJS Presentation</dc:subject>
  <dc:creator>PptxGenJS</dc:creator>
  <cp:lastModifiedBy>PptxGenJS</cp:lastModifiedBy>
  <cp:revision>1</cp:revision>
  <dcterms:created xsi:type="dcterms:W3CDTF">2026-06-05T09:00:15Z</dcterms:created>
  <dcterms:modified xsi:type="dcterms:W3CDTF">2026-06-05T09:00:15Z</dcterms:modified>
</cp:coreProperties>
</file>